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</a:rPr>
              <a:t>SMART INDIA HACKATHON 2026 · FSSAI × MAHARASHTRA FDA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BiteSafe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D3FC"/>
                </a:solidFill>
              </a:rPr>
              <a:t>AI-Powered Food Safety Intelligence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Predictive risk scoring · citizen complaints · inspector workflow · regulatory analytics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Team · Smart India Hackathon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Food safety is inspected blind, complained about slowly, and reported late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India has over 1.5 lakh food business operators in Maharashtra alone — inspections are manual, paper-based and risk-agnostic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Citizens have no easy, accountable channel to report hygiene violations — complaints get lost or sit unanswered for weeks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Regulators lack a consolidated risk picture: no predictive signals, no district-level heat view, no SLA enforcement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Business owners have no visibility into their own compliance score or what to fix 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9560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Manual inspections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5623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Paper forms, no prioritisation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4846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49560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Lost complaints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0440" y="5623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tracking, no SLA, no escalation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846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49560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75569"/>
                </a:solidFill>
              </a:rPr>
              <a:t>No risk signals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5623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Inspection planning is reactive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4846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49560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75569"/>
                </a:solidFill>
              </a:rPr>
              <a:t>No feedback loop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89720" y="5623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Owners can't see or improve scores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One platform connecting citizens, inspectors, regulators and businesses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Citizen reports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AI-drafted, voice or text, with photos and map pin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035808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Auto-assigned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8648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Complaint routes to an inspector, gets MH-FDA reference + 7-day SLA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248656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5248656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Inspector acts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11496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Reviews, inspects, logs violations, marks resolved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3173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461504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70064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Officer oversees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24344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Dashboard of open complaints, risk tiers, district heat map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4458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C7"/>
                </a:solidFill>
              </a:rPr>
              <a:t>›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674352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7" name="Text 25"/>
          <p:cNvSpPr/>
          <p:nvPr/>
        </p:nvSpPr>
        <p:spPr>
          <a:xfrm>
            <a:off x="9674352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82912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37192" y="33832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Trends and risk scores drive smarter inspections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Designed to mirror the citizen-first complaint portal model of complaints.mahafda.in — plus full regulator workflow on top.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CITIZEN EXPERIENCE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Report a problem in 60 seconds — then watch it get fixed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AI complaint drafting — describe it, the app writes a formal, structured complaint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Voice input (speak in Marathi/Hindi/English), photo evidence, map pin of the location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Instant MH-FDA reference number and a named assigned officer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7-day SLA countdown with auto-escalation to the Deputy Commissioner if missed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Helpline integration (1800-222-365) and full complaint tracker with progress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REGULATOR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 live risk picture across Maharashtra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4C7"/>
                </a:solidFill>
              </a:rPr>
              <a:t>40+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Registered businesses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C/D tier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High-risk businesses flagged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Open complaints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Awaiting action, newest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Upcoming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8972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Scheduled inspections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Latest open complaints panel — description, business, district, status, one click to the business profile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Business register sorted by risk score with per-business complaint counts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District heat map with search, risk-tier dots and fly-to navigation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Analytics: risk tier distribution, district rankings, complaint trends, inspection outcomes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DISTRICT HEAT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Search any business, fly to it, see its risk instantly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Interactive Leaflet map with colour-coded risk markers per district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Type-ahead search across business names, districts and categories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Click a result — the map flies to the location and opens the business details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Clear / no-match feedback so the search never feels broken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</a:rPr>
              <a:t>Demo tip: open the map, type “Durga Express”, hit search — the map animates to Mumbai and opens the marker.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INSPECTOR CONSOLE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Priority queue + complaints, all in one place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Inspection queue sorted by business risk score — overdue flagged red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“Complaints assigned to you” and an “All open complaints” review view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Start review / Mark resolved in one click; auto-reassigns on action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Digital inspection form with AI-generated summary and violation severity logging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Inspection history with photos and AI report summaries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BUSINESS OWNER PORTAL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See your score, fix what matters, stay compliant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Live risk score with breakdown — licenses, inspections, violations, complaints, documents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Document vault with expiry tracking (licence, FSSAI reg, health certificates)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AI-generated improvement suggestions mapped to real findings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Next scheduled inspection preview so nothing catches you off 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PREDICTIVE RISK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Every data point feeds a transparent, explainable score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License 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Newer operators start higher-risk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Inspection findings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Violations weighted by severity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Documents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Expired licences push score 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Complaints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897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Open complaints raise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score 0–100  →  Tier A (low) · B · C · D (high-risk)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C/D tier businesses are automatically prioritised for inspection scheduling and flagged district-wide on the heat map. The model is deterministic and explainable — every tip a business receives maps back to a real finding.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Modern, fast, and demo-ready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568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95681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Next.js 16 (App Router) · React 19 · Tailwind CSS v4 · shadcn/ui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15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Maps &amp; charts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7157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react-leaflet (Leaflet 1.9) · Recharts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4747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Prisma 7 ORM with driver adapters — SQLite locally, PostgreSQL (Neon) in the cloud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33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Auth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42336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HMAC-SHA256 signed session cookies, role-based access (officer / inspector / citizen / owner)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103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926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AI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499262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Deterministic on-device drafting &amp; summaries — no external API needed, works offline in demos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5157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575157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Vercel (production) · local dev on port 3100 · Git on GitHub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Server components + server actions, one database wrapper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App Router server components render pages; interactive pieces are small client islands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All mutations are Next.js server actions with role checks server-side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Single db wrapper picks the right adapter: SQLite (dev) or Postgres (production) automatically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Complaints get an assigned inspector at creation; deterministic hash keeps the tracker consistent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Photo uploads work locally; hosted demo disables them gracefully (no serverless filesystem)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3FC"/>
                </a:solidFill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Try it right now — no install needed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D3FC"/>
                </a:solidFill>
              </a:rPr>
              <a:t>https://foodshield-n0gff9kmt-aa-776f.vercel.app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FDA Officer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</a:rPr>
              <a:t>officer@demo.in  /  demo1234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Regulatory dashboard, heat map, analytics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Food Inspector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</a:rPr>
              <a:t>inspector@demo.in  /  demo1234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Inspection queue, complaints,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Citizen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</a:rPr>
              <a:t>citizen@demo.in  /  demo1234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Report a complaint, track SLA, voice/AI drafting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4864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577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Owner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5577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</a:rPr>
              <a:t>owner@demo.in  /  demo1234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5577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Risk score, documents, suggestions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Run locally instead: git clone → npm install → npx prisma migrate dev → npx prisma db seed → npm run dev -- -p 3100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4C7"/>
                </a:solidFill>
              </a:rPr>
              <a:t>IMPACT &amp; 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From demo to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For citizens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Accountable complaints with reference numbers, SLAs and escalation — trust in the 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For regulators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Risk-based inspections, district intelligence, zero lost complaints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For businesses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2606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Self-serve compliance: know your score, fix documents, avoid surprises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Mobile-first citizen app with offline complaint filing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OCR for licences and certificates; photo-based violation detection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Integration with FSSAI licensing APIs and WhatsApp alerts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ML-based risk prediction trained on inspection history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DD3FC"/>
                </a:solidFill>
              </a:rPr>
              <a:t>Questions? Let's keep Maharashtra's food safe — together.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BiteSafe · foodshield-n0gff9kmt-aa-776f.vercel.app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BiteSafe · Smart India Hackathon 2026 · FSSAI / Maharashtra FDA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BiteSafe - AI Food Safety Platform</dc:title>
  <dc:subject>PptxGenJS Presentation</dc:subject>
  <dc:creator>BiteSafe Team</dc:creator>
  <cp:lastModifiedBy>BiteSafe Team</cp:lastModifiedBy>
  <cp:revision>1</cp:revision>
  <dcterms:created xsi:type="dcterms:W3CDTF">2026-08-05T22:02:59Z</dcterms:created>
  <dcterms:modified xsi:type="dcterms:W3CDTF">2026-08-05T22:02:59Z</dcterms:modified>
</cp:coreProperties>
</file>